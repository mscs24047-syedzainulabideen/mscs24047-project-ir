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2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956" y="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6618" y="736647"/>
            <a:ext cx="7772400" cy="5378403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 516: Information Retrieval and Text Mining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Technology University (ITU)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Fall 2025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Instructor: Dr. Ahmad Mustafa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Syed Zain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Abideen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MSCS24047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800" y="2625629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Retrieval System Using Speech Transcription and IR Techniques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3058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&amp;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inside videos is difficult manually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IR/TM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help retrieve meaningful information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Make lectures searchable using speech-to-text + indexing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exist: YouTube transcripts, Google Speech APIs</a:t>
            </a:r>
          </a:p>
          <a:p>
            <a:pPr marL="0" indent="0">
              <a:buNone/>
            </a:pP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localized indexing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playback of relevant segment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customizable for offline academic datasets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27881" y="1883390"/>
            <a:ext cx="2019869" cy="7506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 Input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3303896" y="1931364"/>
            <a:ext cx="2019869" cy="7506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Audio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Extraction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79911" y="1931364"/>
            <a:ext cx="2558954" cy="7506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Whisper Transcription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49453" y="3247438"/>
            <a:ext cx="2019869" cy="7697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TF-IDF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Indexing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8486" y="3249432"/>
            <a:ext cx="2019869" cy="79681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Query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390" y="3199941"/>
            <a:ext cx="2019869" cy="75942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 Matching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1362" y="4684037"/>
            <a:ext cx="2019869" cy="77580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Retrieve Segment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18142" y="4685424"/>
            <a:ext cx="2019869" cy="78732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Playback</a:t>
            </a: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2802340" y="2258704"/>
            <a:ext cx="446965" cy="3373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5378355" y="2295896"/>
            <a:ext cx="446965" cy="30012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ight Arrow 13"/>
          <p:cNvSpPr/>
          <p:nvPr/>
        </p:nvSpPr>
        <p:spPr>
          <a:xfrm rot="10800000">
            <a:off x="2817124" y="3345864"/>
            <a:ext cx="446965" cy="33655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ight Arrow 14"/>
          <p:cNvSpPr/>
          <p:nvPr/>
        </p:nvSpPr>
        <p:spPr>
          <a:xfrm rot="10800000">
            <a:off x="5433514" y="3443453"/>
            <a:ext cx="660780" cy="35272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ight Arrow 15"/>
          <p:cNvSpPr/>
          <p:nvPr/>
        </p:nvSpPr>
        <p:spPr>
          <a:xfrm rot="5400000">
            <a:off x="6906892" y="2835989"/>
            <a:ext cx="446965" cy="28093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ight Arrow 16"/>
          <p:cNvSpPr/>
          <p:nvPr/>
        </p:nvSpPr>
        <p:spPr>
          <a:xfrm rot="5400000">
            <a:off x="1427091" y="4160157"/>
            <a:ext cx="621446" cy="33655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3169691" y="4884143"/>
            <a:ext cx="1349991" cy="33655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System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to Audio conversion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Speech-to-text using Whisper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indexing &amp; retrieval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Input + Ranking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segment playback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Takeaways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Works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 for recorded lectures and speeches</a:t>
            </a:r>
          </a:p>
          <a:p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improve using bigger Whisper models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🔮 Future ideas: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UI based application/web app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Multi-video ranking dashboard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Keyword tagging &amp; summarization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93988"/>
            <a:ext cx="8229600" cy="1143000"/>
          </a:xfrm>
        </p:spPr>
        <p:txBody>
          <a:bodyPr/>
          <a:lstStyle/>
          <a:p>
            <a:r>
              <a:rPr lang="en-US" dirty="0" smtClean="0"/>
              <a:t>Thanks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4656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197</Words>
  <Application>Microsoft Office PowerPoint</Application>
  <PresentationFormat>On-screen Show (4:3)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Times New Roman</vt:lpstr>
      <vt:lpstr>Wingdings</vt:lpstr>
      <vt:lpstr>Office Theme</vt:lpstr>
      <vt:lpstr>CS 516: Information Retrieval and Text Mining Information Technology University (ITU) Fall 2025   Course Instructor: Dr. Ahmad Mustafa   Submitted By:   Syed Zain ul Abideen      MSCS24047</vt:lpstr>
      <vt:lpstr>PowerPoint Presentation</vt:lpstr>
      <vt:lpstr>Motivation &amp; Introduction</vt:lpstr>
      <vt:lpstr>Related Work &amp; Limitations</vt:lpstr>
      <vt:lpstr>System Architecture Diagram</vt:lpstr>
      <vt:lpstr>Major System Components</vt:lpstr>
      <vt:lpstr>Takeaways &amp; Future Work</vt:lpstr>
      <vt:lpstr>Thanks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Retrieval System using Whisper + TF-IDF</dc:title>
  <dc:subject/>
  <dc:creator/>
  <cp:keywords/>
  <dc:description>generated using python-pptx</dc:description>
  <cp:lastModifiedBy>SYED ZAIN UL AIDEEN</cp:lastModifiedBy>
  <cp:revision>9</cp:revision>
  <dcterms:created xsi:type="dcterms:W3CDTF">2013-01-27T09:14:16Z</dcterms:created>
  <dcterms:modified xsi:type="dcterms:W3CDTF">2025-12-07T17:53:41Z</dcterms:modified>
  <cp:category/>
</cp:coreProperties>
</file>